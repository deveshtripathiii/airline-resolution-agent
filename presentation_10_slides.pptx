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Customer-Facing Resolution Agent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Airline Disruption Management with Deterministic Policy Guardrails</a:t>
            </a:r>
          </a:p>
          <a:p>
            <a:br/>
            <a:pPr>
              <a:defRPr sz="1600">
                <a:solidFill>
                  <a:srgbClr val="E0F2FE"/>
                </a:solidFill>
              </a:defRPr>
            </a:pPr>
            <a:r>
              <a:t>Agentic AI Factory | AIONOS • Assignment 3 Project Defence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Business Problem &amp; Mission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The Challenge: Airline disruptions (cancellations and multi-hour delays) cause immense customer frustration, leading to angry passengers demanding arbitrary upgrades, refunds, or threatening legal action.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The Business Risk: Pure LLM bots suffer from hallucination, authorizing unauthorized compensation or exceeding financial authority thresholds (e.g. fare difference waivers).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The Objective: Build an autonomous customer-facing resolution agent that: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Understands Intent &amp; Sentiment: Detects customer emotional state and exact request.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Strictly Enforces Grounded Policy: Determines entitlements deterministically from data pack rules.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Protects Airline Authority: Escalates cases exceeding front-line limits (e.g., fare diff &gt; ₹1,500, legal threats) to human supervisors.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Maintains Full Audit Trail: Preserves append-only immutable records of every turn and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End-to-End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Layer 1 — UI &amp; Presentation Layer (Streamlit): Enterprise self-service portal with mobile-friendly boarding pass telemetry, Day/Night theme, and live action badges.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Layer 2 — Agent Orchestration Engine: Coordinates Intent Analysis → Repository Lookups → Rules Engine Evaluation → Response Generation → Audit Logging.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Layer 3 — Pure Rules Engine (Zero I/O): Deterministic business logic calculating exact entitlements for cancellations, delay tiers, fare diff limits, and escalation triggers.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Layer 4 — LLM Client (Google Gemini / Smart Fallback): Natural language intent extraction and empathetic tone synthesis grounded in sample conversation reference styles.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Layer 5 — Data Access Layer (Repository Pattern): Encapsulates all JSON data access (customers, bookings, service rules) with typed Pydantic models.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Layer 6 — Immutable Audit Logging: Append-only JSONL log preserving timestamps, passenger ID, intent, actions taken, and supervisor escalation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Grounded Data &amp; Passenger Context (23 Sep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Simulation Context: Operational Date: Wednesday, 23 September 2026. Zero external data assumptions.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Profile 1 — Priya Nair (Gold Member | PNR: SK4821X): 6 annual flights, 1 prior complaint (delayed baggage). Booked on SK-204 (Delhi → Goa) which is CANCELLED due to operational reasons.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Profile 2 — Arvind Kulkarni (Silver Member | PNR: TR1190B): 3 annual flights, 0 prior complaints. Booked on SK-118 (Mumbai → Bengaluru) DELAYED 4 Hours (rescheduled to 11:10).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Profile 3 — Meher Kaur (Platinum Member | PNR: WL7742): 10 annual flights, 1 prior complaint (overbooking upgrade). Booked on SK-305 (Delhi → Hyderabad) DELAYED 6 Hours (rescheduled to 20:00).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Policy Constraint: Gold and Platinum members receive priority rebooking access, but NO extra compensation beyond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Service Rules &amp; Compensation Entitlements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Cancellation Rebooking Rule: Airline-caused cancellation entitles passenger to choose between Free Rebooking on the next available flight within 24 hours OR Full Refund (processed within 7 business days to original payment method).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Delay Compensation Tier 1 (&lt; 3 Hours): Entitles passenger to ₹500 Dining Voucher.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Delay Compensation Tier 2 (3 to 5 Hours): Entitles passenger to Dining Voucher + Executive Departure Lounge Access.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Delay Compensation Tier 3 (&gt; 5 Hours): Entitles passenger to Dining Voucher + Executive Lounge Access + Hotel Accommodation covering the delayed-hours duration only (not a full night's stay).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Fare Difference Rebooking Rule: Voluntary flight change fare differences up to ₹1,500 can be waived by front-line agent; differences &gt; ₹1,500 REQUIRE supervisor escalation.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Authority Limits &amp; Mandatory Escalation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334155"/>
                </a:solidFill>
              </a:defRPr>
            </a:pPr>
            <a:r>
              <a:t>Allowed Front-Line Agent Actions: 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✓ Rebook passenger within 24h at zero charge for airline-caused disruptions.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✓ Issue meal vouchers, lounge passes, and transit hotel accommodation per delay tiers.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✓ Initiate refunds to original payment method within 7 business days.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Prohibited Actions (Enforced via Escalation Triggers): 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✗ Approving any compensation beyond stated policy amounts.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✗ Waiving fare differences exceeding ₹1,500 without supervisor authorization.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✗ Making exceptions for non-airline disruptions (e.g. passenger missed flight).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✗ Handling threats of legal action or formal complaints — immediate specialist support transfer.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Test Scenarios &amp; Resolution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Scenario 1 — Priya Nair (Gold | SK-204 Cancelled | Furious + Upgrade Ask): Agent acknowledges anger empathetically, offers choice of Free Priority Rebooking or Full Refund (7 days), and politely declines the requested complimentary business class upgrade (not covered by policy).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Scenario 2 — Arvind Kulkarni (Silver | SK-118 Delayed 4h | Missed Meeting + Hotel Ask): Agent acknowledges missed meeting with empathy, issues Meal Voucher and Executive Lounge Access (3–5h tier), and politely denies the hotel accommodation request (policy requires &gt; 5h delay).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Scenario 3 — Meher Kaur (Platinum | SK-305 Delayed 6h | ₹2k Fare Diff + Overnight Hotel Ask): Agent issues Meal + Lounge + Transit Hotel (explaining coverage is for delay hours only, not full night). Agent flags ₹2,000 fare difference &gt; ₹1,500 limit and initiates Priority Escalation to Duty Supervisor.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Quality Assurance &amp; Automated Test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Test Suite Results: 52 / 52 Unit &amp; Integration Tests Passed (100% Pass Rate).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1. Rules Engine Suite (22 Tests): Verifies cancellation choices, delay tiers (&lt;3h, 3-5h, &gt;5h), hotel eligibility, fare difference thresholds, upgrade rejections, and legal threat regex detection.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2. Data Access Suite (20 Tests): Verifies customer lookups, booking legs, PNR lookups, policy text extraction, and sample conversation formatting.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3. Orchestrator End-to-End Suite (10 Tests): Validates complete conversational pipelines for Priya, Arvind, and Meher scenarios with mock LLM integration.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Deterministic Safety: Pure business logic functions execute in under 0.5s with zero I/O and zero hallucination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Technology Stack &amp; AI Integration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Core Language &amp; Runtime: Python 3.12 with type annotations and Pydantic v2 data models.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UI Framework: Streamlit 1.64 — Aviation Sky Theme, Day/Night mode toggle, and mobile-responsive layouts.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LLM Integration: Google Gemini API (gemini-2.0-flash) with structured JSON intent classification and grounded response prompts.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Offline Evaluation Fallback: SmartDeterministicClient provides authentic, dynamic multi-turn dialogue without requiring API keys or network connection.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Version Control &amp; DevOps: Git repository with clear layer separation, .gitignore protection for credentials, and modular package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—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Key Learnings, Business Impact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4155"/>
                </a:solidFill>
              </a:defRPr>
            </a:pPr>
            <a:r>
              <a:t>Key Architectural Learning: Separating deterministic rule enforcement from LLM natural language generation eliminates hallucination while preserving high empathy and user engagement.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Business Impact: Reduces customer support wait times during mass disruption from hours to seconds, prevents financial leakage from unauthorized waivers, and guarantees regulatory compliance.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Future Roadmap &amp; Enterprise Scaling: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PSS API Integration: Connect with live Passenger Service Systems (Amadeus, Sabre, Navitaire) for automated seat reallocation.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Instant Payment Gateway: Automated refund processing and direct digital voucher dispatch to Apple/Google Wallets.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• Multi-lingual Voice Agent: Extend text resolution to telephony and multilingual voice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